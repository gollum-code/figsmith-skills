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24715" y="602165"/>
            <a:ext cx="4542263" cy="101476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000" b="1">
                <a:solidFill>
                  <a:srgbClr val="4B5158"/>
                </a:solidFill>
                <a:latin typeface="Arial"/>
              </a:rPr>
              <a:t>Presentation 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3824715" y="2341756"/>
            <a:ext cx="4542263" cy="1594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000" b="1">
                <a:solidFill>
                  <a:srgbClr val="4B5158"/>
                </a:solidFill>
                <a:latin typeface="Arial"/>
              </a:rPr>
              <a:t>Application 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824715" y="4661209"/>
            <a:ext cx="4542263" cy="159462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l"/>
            <a:r>
              <a:rPr sz="1000" b="1">
                <a:solidFill>
                  <a:srgbClr val="4B5158"/>
                </a:solidFill>
                <a:latin typeface="Arial"/>
              </a:rPr>
              <a:t>Data tier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824715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Web client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97867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Mobile client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71018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API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4169" y="118202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Auth 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97867" y="2921619"/>
            <a:ext cx="676507" cy="434897"/>
          </a:xfrm>
          <a:prstGeom prst="rect">
            <a:avLst/>
          </a:prstGeom>
          <a:solidFill>
            <a:srgbClr val="F4F6F8"/>
          </a:solidFill>
          <a:ln w="17780">
            <a:solidFill>
              <a:srgbClr val="0072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Business logic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44169" y="2921619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Async worker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97867" y="5241073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Cache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71018" y="5241073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Primary DB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17320" y="5241073"/>
            <a:ext cx="676507" cy="434897"/>
          </a:xfrm>
          <a:prstGeom prst="rect">
            <a:avLst/>
          </a:prstGeom>
          <a:solidFill>
            <a:srgbClr val="F4F6F8"/>
          </a:solidFill>
          <a:ln w="9525">
            <a:solidFill>
              <a:srgbClr val="8E95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000">
                <a:solidFill>
                  <a:srgbClr val="1A1D21"/>
                </a:solidFill>
                <a:latin typeface="Arial"/>
              </a:rPr>
              <a:t>Message queue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01223" y="1399478"/>
            <a:ext cx="869795" cy="0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478920" y="1262318"/>
            <a:ext cx="9144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800">
                <a:solidFill>
                  <a:srgbClr val="4B5158"/>
                </a:solidFill>
                <a:latin typeface="Times New Roman"/>
              </a:rPr>
              <a:t>HTTPS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4936120" y="1616926"/>
            <a:ext cx="773151" cy="1304693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865495" y="2132112"/>
            <a:ext cx="9144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800">
                <a:solidFill>
                  <a:srgbClr val="4B5158"/>
                </a:solidFill>
                <a:latin typeface="Times New Roman"/>
              </a:rPr>
              <a:t>RPC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74374" y="3139068"/>
            <a:ext cx="869795" cy="0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252071" y="3001908"/>
            <a:ext cx="9144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800">
                <a:solidFill>
                  <a:srgbClr val="4B5158"/>
                </a:solidFill>
                <a:latin typeface="Times New Roman"/>
              </a:rPr>
              <a:t>dispatch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2423" y="3356517"/>
            <a:ext cx="773151" cy="1884556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1798" y="4161635"/>
            <a:ext cx="9144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800">
                <a:solidFill>
                  <a:srgbClr val="4B5158"/>
                </a:solidFill>
                <a:latin typeface="Times New Roman"/>
              </a:rPr>
              <a:t>publish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36120" y="3356517"/>
            <a:ext cx="773151" cy="1884556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865495" y="4161635"/>
            <a:ext cx="9144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800">
                <a:solidFill>
                  <a:srgbClr val="4B5158"/>
                </a:solidFill>
                <a:latin typeface="Times New Roman"/>
              </a:rPr>
              <a:t>SQL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36120" y="3356517"/>
            <a:ext cx="0" cy="1884556"/>
          </a:xfrm>
          <a:prstGeom prst="line">
            <a:avLst/>
          </a:prstGeom>
          <a:ln w="12700">
            <a:solidFill>
              <a:srgbClr val="8E959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78920" y="4161635"/>
            <a:ext cx="914400" cy="27432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ctr"/>
            <a:r>
              <a:rPr sz="800">
                <a:solidFill>
                  <a:srgbClr val="4B5158"/>
                </a:solidFill>
                <a:latin typeface="Times New Roman"/>
              </a:rPr>
              <a:t>read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FigSmith</cp:lastModifiedBy>
  <cp:revision>1</cp:revision>
  <dcterms:created xsi:type="dcterms:W3CDTF">2020-01-01T00:00:00Z</dcterms:created>
  <dcterms:modified xsi:type="dcterms:W3CDTF">2020-01-01T00:00:00Z</dcterms:modified>
  <cp:category/>
</cp:coreProperties>
</file>