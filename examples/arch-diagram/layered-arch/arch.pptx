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24715" y="602165"/>
            <a:ext cx="4542263" cy="1014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000" b="1">
                <a:solidFill>
                  <a:srgbClr val="4B5158"/>
                </a:solidFill>
                <a:latin typeface="Arial"/>
              </a:rPr>
              <a:t>Presentation tier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3824715" y="2341756"/>
            <a:ext cx="4542263" cy="1594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000" b="1">
                <a:solidFill>
                  <a:srgbClr val="4B5158"/>
                </a:solidFill>
                <a:latin typeface="Arial"/>
              </a:rPr>
              <a:t>Application 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824715" y="4661209"/>
            <a:ext cx="4542263" cy="1594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000" b="1">
                <a:solidFill>
                  <a:srgbClr val="4B5158"/>
                </a:solidFill>
                <a:latin typeface="Arial"/>
              </a:rPr>
              <a:t>Data tier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824715" y="1182029"/>
            <a:ext cx="676507" cy="434897"/>
          </a:xfrm>
          <a:prstGeom prst="rect">
            <a:avLst/>
          </a:prstGeom>
          <a:solidFill>
            <a:srgbClr val="F4F6F8"/>
          </a:solidFill>
          <a:ln w="9525">
            <a:solidFill>
              <a:srgbClr val="8E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000">
                <a:solidFill>
                  <a:srgbClr val="1A1D21"/>
                </a:solidFill>
                <a:latin typeface="Arial"/>
              </a:rPr>
              <a:t>Web client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97867" y="1182029"/>
            <a:ext cx="676507" cy="434897"/>
          </a:xfrm>
          <a:prstGeom prst="rect">
            <a:avLst/>
          </a:prstGeom>
          <a:solidFill>
            <a:srgbClr val="F4F6F8"/>
          </a:solidFill>
          <a:ln w="9525">
            <a:solidFill>
              <a:srgbClr val="8E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000">
                <a:solidFill>
                  <a:srgbClr val="1A1D21"/>
                </a:solidFill>
                <a:latin typeface="Arial"/>
              </a:rPr>
              <a:t>Mobile client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371018" y="1182029"/>
            <a:ext cx="676507" cy="434897"/>
          </a:xfrm>
          <a:prstGeom prst="rect">
            <a:avLst/>
          </a:prstGeom>
          <a:solidFill>
            <a:srgbClr val="F4F6F8"/>
          </a:solidFill>
          <a:ln w="9525">
            <a:solidFill>
              <a:srgbClr val="8E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000">
                <a:solidFill>
                  <a:srgbClr val="1A1D21"/>
                </a:solidFill>
                <a:latin typeface="Arial"/>
              </a:rPr>
              <a:t>API gateway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6144169" y="1182029"/>
            <a:ext cx="676507" cy="434897"/>
          </a:xfrm>
          <a:prstGeom prst="rect">
            <a:avLst/>
          </a:prstGeom>
          <a:solidFill>
            <a:srgbClr val="F4F6F8"/>
          </a:solidFill>
          <a:ln w="9525">
            <a:solidFill>
              <a:srgbClr val="8E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000">
                <a:solidFill>
                  <a:srgbClr val="1A1D21"/>
                </a:solidFill>
                <a:latin typeface="Arial"/>
              </a:rPr>
              <a:t>Auth 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97867" y="2921619"/>
            <a:ext cx="676507" cy="434897"/>
          </a:xfrm>
          <a:prstGeom prst="rect">
            <a:avLst/>
          </a:prstGeom>
          <a:solidFill>
            <a:srgbClr val="F4F6F8"/>
          </a:solidFill>
          <a:ln w="17780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000">
                <a:solidFill>
                  <a:srgbClr val="1A1D21"/>
                </a:solidFill>
                <a:latin typeface="Arial"/>
              </a:rPr>
              <a:t>Business logic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44169" y="2921619"/>
            <a:ext cx="676507" cy="434897"/>
          </a:xfrm>
          <a:prstGeom prst="rect">
            <a:avLst/>
          </a:prstGeom>
          <a:solidFill>
            <a:srgbClr val="F4F6F8"/>
          </a:solidFill>
          <a:ln w="9525">
            <a:solidFill>
              <a:srgbClr val="8E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000">
                <a:solidFill>
                  <a:srgbClr val="1A1D21"/>
                </a:solidFill>
                <a:latin typeface="Arial"/>
              </a:rPr>
              <a:t>Async worker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97867" y="5241073"/>
            <a:ext cx="676507" cy="434897"/>
          </a:xfrm>
          <a:prstGeom prst="rect">
            <a:avLst/>
          </a:prstGeom>
          <a:solidFill>
            <a:srgbClr val="F4F6F8"/>
          </a:solidFill>
          <a:ln w="9525">
            <a:solidFill>
              <a:srgbClr val="8E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000">
                <a:solidFill>
                  <a:srgbClr val="1A1D21"/>
                </a:solidFill>
                <a:latin typeface="Arial"/>
              </a:rPr>
              <a:t>Cache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71018" y="5241073"/>
            <a:ext cx="676507" cy="434897"/>
          </a:xfrm>
          <a:prstGeom prst="rect">
            <a:avLst/>
          </a:prstGeom>
          <a:solidFill>
            <a:srgbClr val="F4F6F8"/>
          </a:solidFill>
          <a:ln w="9525">
            <a:solidFill>
              <a:srgbClr val="8E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000">
                <a:solidFill>
                  <a:srgbClr val="1A1D21"/>
                </a:solidFill>
                <a:latin typeface="Arial"/>
              </a:rPr>
              <a:t>Primary DB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17320" y="5241073"/>
            <a:ext cx="676507" cy="434897"/>
          </a:xfrm>
          <a:prstGeom prst="rect">
            <a:avLst/>
          </a:prstGeom>
          <a:solidFill>
            <a:srgbClr val="F4F6F8"/>
          </a:solidFill>
          <a:ln w="9525">
            <a:solidFill>
              <a:srgbClr val="8E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000">
                <a:solidFill>
                  <a:srgbClr val="1A1D21"/>
                </a:solidFill>
                <a:latin typeface="Arial"/>
              </a:rPr>
              <a:t>Message queue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01223" y="1399478"/>
            <a:ext cx="869795" cy="0"/>
          </a:xfrm>
          <a:prstGeom prst="line">
            <a:avLst/>
          </a:prstGeom>
          <a:ln w="12700">
            <a:solidFill>
              <a:srgbClr val="8E95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4936120" y="1616926"/>
            <a:ext cx="773151" cy="1304693"/>
          </a:xfrm>
          <a:prstGeom prst="line">
            <a:avLst/>
          </a:prstGeom>
          <a:ln w="12700">
            <a:solidFill>
              <a:srgbClr val="8E95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274374" y="3139068"/>
            <a:ext cx="869795" cy="0"/>
          </a:xfrm>
          <a:prstGeom prst="line">
            <a:avLst/>
          </a:prstGeom>
          <a:ln w="12700">
            <a:solidFill>
              <a:srgbClr val="8E95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482423" y="3356517"/>
            <a:ext cx="773151" cy="1884556"/>
          </a:xfrm>
          <a:prstGeom prst="line">
            <a:avLst/>
          </a:prstGeom>
          <a:ln w="12700">
            <a:solidFill>
              <a:srgbClr val="8E95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936120" y="3356517"/>
            <a:ext cx="773151" cy="1884556"/>
          </a:xfrm>
          <a:prstGeom prst="line">
            <a:avLst/>
          </a:prstGeom>
          <a:ln w="12700">
            <a:solidFill>
              <a:srgbClr val="8E95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936120" y="3356517"/>
            <a:ext cx="0" cy="1884556"/>
          </a:xfrm>
          <a:prstGeom prst="line">
            <a:avLst/>
          </a:prstGeom>
          <a:ln w="12700">
            <a:solidFill>
              <a:srgbClr val="8E95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